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Poppins"/>
      <ns0:bold ns1:id="rIdFont13"/>
    </ns0:embeddedFont>
    <ns0:embeddedFont>
      <ns0:font typeface="Inter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de06a25b-c37c-4a7e-99d2-460e47c116ba.fntdata" /><ns0:Relationship Id="rIdFont14" Type="http://schemas.openxmlformats.org/officeDocument/2006/relationships/font" Target="fonts/a4493052-0bf7-4164-bb27-14bf87db6dea.fntdata" /><ns0:Relationship Id="rIdFont15" Type="http://schemas.openxmlformats.org/officeDocument/2006/relationships/font" Target="fonts/205b59ae-b8cb-4cbd-b52e-86dbb123a5c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571500"/>
            <a:ext cx="11049000" cy="5715000"/>
          </a:xfrm>
          <a:prstGeom prst="roundRect">
            <a:avLst>
              <a:gd name="adj" fmla="val 2000"/>
            </a:avLst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72087" y="1913780"/>
            <a:ext cx="1647825" cy="333375"/>
          </a:xfrm>
          <a:prstGeom prst="roundRect">
            <a:avLst>
              <a:gd name="adj" fmla="val 50000"/>
            </a:avLst>
          </a:prstGeom>
          <a:solidFill>
            <a:srgbClr val="1A2D58"/>
          </a:solidFill>
          <a:ln w="9525">
            <a:solidFill>
              <a:srgbClr val="1D3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37559" y="1989980"/>
            <a:ext cx="1716881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0A5FA"/>
                </a:solidFill>
                <a:latin typeface="Inter"/>
              </a:rPr>
              <a:t>PROJETO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296" y="2475755"/>
            <a:ext cx="11251406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Poppins"/>
              </a:rPr>
              <a:t>Gestão de Contas &amp; Operações Bancárias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8812" y="3892897"/>
            <a:ext cx="8334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Uma solução simplificada para gerenciamento financeiro, contas e transações de forma eficiente e estruturada.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133475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024062"/>
            <a:ext cx="52863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24062"/>
            <a:ext cx="193357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49004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88084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227165"/>
            <a:ext cx="19050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42322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Visão Geral do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25191"/>
            <a:ext cx="50387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Controle Simplificado: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Gerenciamento centralizado de clientes, contas bancárias e saldos.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64272"/>
            <a:ext cx="50387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Operações Essenciais: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Suporte nativo a depósitos, saques, transferências e emissão de extratos.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3352"/>
            <a:ext cx="50387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Foco Acadêmico e Prático: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Aplicação sólida dos princípios de Programação Orientada a Objetos (POO).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133475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636043"/>
            <a:ext cx="3530649" cy="2395537"/>
          </a:xfrm>
          <a:prstGeom prst="roundRect">
            <a:avLst>
              <a:gd name="adj" fmla="val 47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2636043"/>
            <a:ext cx="3530649" cy="2395537"/>
          </a:xfrm>
          <a:prstGeom prst="roundRect">
            <a:avLst>
              <a:gd name="adj" fmla="val 47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89999" y="2636043"/>
            <a:ext cx="3530649" cy="2395537"/>
          </a:xfrm>
          <a:prstGeom prst="roundRect">
            <a:avLst>
              <a:gd name="adj" fmla="val 47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950368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2950368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2950368"/>
            <a:ext cx="533400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" y="3102768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2699" y="3102768"/>
            <a:ext cx="2857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099" y="3102768"/>
            <a:ext cx="17145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4319446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Funcionalidades Chave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674268"/>
            <a:ext cx="188632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oppins"/>
              </a:rPr>
              <a:t>Gestão de Contas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074318"/>
            <a:ext cx="314964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Criação, atualização e controle de titularidade de contas correntes e poupança de forma ágil.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3674268"/>
            <a:ext cx="240639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oppins"/>
              </a:rPr>
              <a:t>Operações Financeiras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874" y="4074318"/>
            <a:ext cx="314964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Realização de depósitos, saques com verificação de saldo e transferências entre contas registradas.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3674268"/>
            <a:ext cx="196430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oppins"/>
              </a:rPr>
              <a:t>Histórico &amp; Extrato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124" y="4074318"/>
            <a:ext cx="314964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Rastreamento transparente de todas as movimentações realizadas com registros detalhados.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133475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119586"/>
            <a:ext cx="4953000" cy="100756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4317652"/>
            <a:ext cx="4953000" cy="100756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119586"/>
            <a:ext cx="38100" cy="100756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317652"/>
            <a:ext cx="38100" cy="100756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5300662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Arquitetura &amp; Regras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380505"/>
            <a:ext cx="50482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O sistema foi construído visando robustez nas operações financeiras diárias: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271986"/>
            <a:ext cx="486060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oppins"/>
              </a:rPr>
              <a:t>Validação de Saldo &amp; Limite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548211"/>
            <a:ext cx="4629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Impede saques ou transferências não autorizadas sem fundos suficientes.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470052"/>
            <a:ext cx="486060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oppins"/>
              </a:rPr>
              <a:t>Orientação a Objetos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746277"/>
            <a:ext cx="4629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Estrutura modular facilitando manutenção e expansão de funcionalidades.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571500"/>
            <a:ext cx="11049000" cy="5715000"/>
          </a:xfrm>
          <a:prstGeom prst="roundRect">
            <a:avLst>
              <a:gd name="adj" fmla="val 2000"/>
            </a:avLst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67187" y="4095750"/>
            <a:ext cx="3857625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887" y="4248150"/>
            <a:ext cx="152400" cy="15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54216" y="2305050"/>
            <a:ext cx="3283418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FFFFF"/>
                </a:solidFill>
                <a:latin typeface="Poppins"/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200400"/>
            <a:ext cx="7143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Confira o código-fonte completo e a documentação no repositório oficial.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9334" y="4229100"/>
            <a:ext cx="4040981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 FlashTR5 / Sistema-de-Gestao-de-Contas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133475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53804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8290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8290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203227"/>
            <a:ext cx="85725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87998"/>
            <a:ext cx="857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2776753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3196679"/>
            <a:ext cx="10525125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https://cdn.dribbble.com/userupload/48625178/file/9c0126f900e25c6ca653f6ef7fdf672a.jpg?resize=752x&amp;vertical=center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3442394"/>
            <a:ext cx="10525125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dribbble.com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3981450"/>
            <a:ext cx="10525125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https://manyskools.com/wp-content/uploads/2026/04/ChatGPT-Image-Apr-6-2026-02_31_36-PM.png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4227165"/>
            <a:ext cx="10525125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manyskools.com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